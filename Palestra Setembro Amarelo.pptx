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" charset="1" panose="00000500000000000000"/>
      <p:regular r:id="rId13"/>
    </p:embeddedFon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 que a in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ternet faz com a gente?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9886" y="4819967"/>
            <a:ext cx="1534822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nto tempo passamos conectados?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Curtidas, comentários e seguidores realmente representam nosso valor?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que algumas coisas que acontecem na internet doem tanto?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Saúde emocio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nal no ambiente digital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19742"/>
            <a:ext cx="1623060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Comparação co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nstante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Pressão para parecer feliz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FOM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(Fear of Missing Out)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Excesso de exposição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Dependência de aprovação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Cyberbullying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Cancelamento e exposição pública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Do outro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lado da tela existe uma pessoa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19705"/>
            <a:ext cx="1623060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devemos pensar antes de: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ntar;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ompartilhar;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fazer uma piada;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expor alguém;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divulgar uma conversa;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ompartilhar uma foto;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articipar de ataques coletivos.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Como perceber que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alguém pode não estar bem?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19817"/>
            <a:ext cx="162306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isolamento;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mensagens mui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negativas;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espedidas inesperadas;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dança brusca de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omportamento;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pedidos indiretos de ajuda.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 que fazer quando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encontramos uma situação preocupante na internet?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19780"/>
            <a:ext cx="16230600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 pass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a passo simples: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🟡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Não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ompartilhar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🔵 Não incentivar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🟢 Não julgar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🟠 Guar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 evidências quando necessário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🔴 Procurar ajuda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62306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Como tornar a</a:t>
            </a:r>
            <a:r>
              <a:rPr lang="en-US" sz="4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internet um lugar mais saudável?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19667"/>
            <a:ext cx="162306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Pequenas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atitudes: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elogiar em vez de atacar;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não participar de linchamentos virtuais;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respeitar limites;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desconectar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quando necessário;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deixar de seguir conteúdos que fazem mal;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conversar quando algo estiver incomodando;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procurar ajuda;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perguntar “Você está bem?”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266440"/>
            <a:ext cx="18288000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Você 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precisa enfrentar tudo sozinho.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 algo estiver pesado demais, converse com alguém de confiança.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Pedir ajuda não é fraqueza. É cuidado.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DAHUw5gLYik</dc:identifier>
  <dcterms:modified xsi:type="dcterms:W3CDTF">2011-08-01T06:04:30Z</dcterms:modified>
  <cp:revision>1</cp:revision>
  <dc:title>Palestra Setembro Amarelo</dc:title>
</cp:coreProperties>
</file>